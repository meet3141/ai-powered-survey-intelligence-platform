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Community Intelligence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report summarizes 15 students. The strongest visible theme is leading. Faculty should use the community and matching results to support peer learning, mentoring, and targeted programming.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students: 15</a:t>
            </a:r>
          </a:p>
          <a:p>
            <a:pPr lvl="1"/>
            <a:r>
              <a:t>20.0% of students are interested in Leading</a:t>
            </a:r>
          </a:p>
          <a:p>
            <a:pPr lvl="1"/>
            <a:r>
              <a:t>6.7% of students are interested in Music Going</a:t>
            </a:r>
          </a:p>
          <a:p>
            <a:pPr lvl="1"/>
            <a:r>
              <a:t>6.7% of students are interested in Gaming</a:t>
            </a:r>
          </a:p>
          <a:p>
            <a:pPr lvl="1"/>
            <a:r>
              <a:t>6.7% of students are interested in Football Going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Cluster 1 (3)</a:t>
            </a:r>
          </a:p>
          <a:p>
            <a:pPr/>
            <a:r>
              <a:t>Cluster 2 (5)</a:t>
            </a:r>
          </a:p>
          <a:p>
            <a:pPr/>
            <a:r>
              <a:t>Gaming Legends (3)</a:t>
            </a:r>
          </a:p>
          <a:p>
            <a:pPr/>
            <a:r>
              <a:t>Fitness Warriors (3)</a:t>
            </a:r>
          </a:p>
          <a:p>
            <a:pPr/>
            <a:r>
              <a:t>Cluster 3 (1)</a:t>
            </a:r>
          </a:p>
          <a:p>
            <a:pPr/>
            <a:r>
              <a:t>Gaming Legends (1)</a:t>
            </a:r>
          </a:p>
          <a:p>
            <a:pPr/>
            <a:r>
              <a:t>Fitness Warriors (1)</a:t>
            </a:r>
          </a:p>
          <a:p>
            <a:pPr/>
            <a:r>
              <a:t>Creative Makers (1)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Interest Distribution</a:t>
            </a:r>
          </a:p>
        </p:txBody>
      </p:sp>
      <p:pic>
        <p:nvPicPr>
          <p:cNvPr id="3" name="Picture 2" descr="interes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7772400" cy="78474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 Distribution</a:t>
            </a:r>
          </a:p>
        </p:txBody>
      </p:sp>
      <p:pic>
        <p:nvPicPr>
          <p:cNvPr id="3" name="Picture 2" descr="depart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7772400" cy="7990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Goal Distribution</a:t>
            </a:r>
          </a:p>
        </p:txBody>
      </p:sp>
      <p:pic>
        <p:nvPicPr>
          <p:cNvPr id="3" name="Picture 2" descr="career_goa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7772400" cy="7150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Skills</a:t>
            </a:r>
          </a:p>
        </p:txBody>
      </p:sp>
      <p:pic>
        <p:nvPicPr>
          <p:cNvPr id="3" name="Picture 2" descr="top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7772400" cy="4624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Sizes</a:t>
            </a:r>
          </a:p>
        </p:txBody>
      </p:sp>
      <p:pic>
        <p:nvPicPr>
          <p:cNvPr id="3" name="Picture 2" descr="community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7772400" cy="46241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